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9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</p:sldIdLst>
  <p:sldSz cy="5143500" cx="9144000"/>
  <p:notesSz cx="6858000" cy="9144000"/>
  <p:embeddedFontLst>
    <p:embeddedFont>
      <p:font typeface="Roboto"/>
      <p:regular r:id="rId15"/>
      <p:bold r:id="rId16"/>
      <p:italic r:id="rId17"/>
      <p:boldItalic r:id="rId18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15" Type="http://schemas.openxmlformats.org/officeDocument/2006/relationships/font" Target="fonts/Roboto-regular.fntdata"/><Relationship Id="rId14" Type="http://schemas.openxmlformats.org/officeDocument/2006/relationships/slide" Target="slides/slide9.xml"/><Relationship Id="rId17" Type="http://schemas.openxmlformats.org/officeDocument/2006/relationships/font" Target="fonts/Roboto-italic.fntdata"/><Relationship Id="rId16" Type="http://schemas.openxmlformats.org/officeDocument/2006/relationships/font" Target="fonts/Roboto-bold.fntdata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18" Type="http://schemas.openxmlformats.org/officeDocument/2006/relationships/font" Target="fonts/Roboto-boldItalic.fntdata"/><Relationship Id="rId7" Type="http://schemas.openxmlformats.org/officeDocument/2006/relationships/slide" Target="slides/slide2.xml"/><Relationship Id="rId8" Type="http://schemas.openxmlformats.org/officeDocument/2006/relationships/slide" Target="slides/slide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1" name="Shape 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Google Shape;82;p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3" name="Google Shape;83;p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9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g3a93cc2d969_0_4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1" name="Google Shape;91;g3a93cc2d969_0_4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9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Google Shape;100;g3a93cc2d969_0_41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1" name="Google Shape;101;g3a93cc2d969_0_41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6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Google Shape;107;g3a93cc2d969_0_42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8" name="Google Shape;108;g3a93cc2d969_0_42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3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g3a93cc2d969_0_43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5" name="Google Shape;115;g3a93cc2d969_0_43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0" name="Shape 1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" name="Google Shape;121;g3a93cc2d969_0_44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2" name="Google Shape;122;g3a93cc2d969_0_44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7" name="Shape 1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" name="Google Shape;128;g3a93cc2d969_0_44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9" name="Google Shape;129;g3a93cc2d969_0_44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4" name="Shape 1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" name="Google Shape;135;g3a93cc2d969_0_45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6" name="Google Shape;136;g3a93cc2d969_0_45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2" name="Shape 1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" name="Google Shape;143;g3a93cc2d969_0_46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4" name="Google Shape;144;g3a93cc2d969_0_46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bg>
      <p:bgPr>
        <a:solidFill>
          <a:schemeClr val="dk1"/>
        </a:solid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" name="Google Shape;10;p2"/>
          <p:cNvGrpSpPr/>
          <p:nvPr/>
        </p:nvGrpSpPr>
        <p:grpSpPr>
          <a:xfrm>
            <a:off x="6098378" y="5"/>
            <a:ext cx="3045625" cy="2030570"/>
            <a:chOff x="6098378" y="5"/>
            <a:chExt cx="3045625" cy="2030570"/>
          </a:xfrm>
        </p:grpSpPr>
        <p:sp>
          <p:nvSpPr>
            <p:cNvPr id="11" name="Google Shape;11;p2"/>
            <p:cNvSpPr/>
            <p:nvPr/>
          </p:nvSpPr>
          <p:spPr>
            <a:xfrm>
              <a:off x="8128803" y="16"/>
              <a:ext cx="1015200" cy="101520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" name="Google Shape;12;p2"/>
            <p:cNvSpPr/>
            <p:nvPr/>
          </p:nvSpPr>
          <p:spPr>
            <a:xfrm flipH="1">
              <a:off x="7113463" y="5"/>
              <a:ext cx="1015200" cy="1015200"/>
            </a:xfrm>
            <a:prstGeom prst="rtTriangle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" name="Google Shape;13;p2"/>
            <p:cNvSpPr/>
            <p:nvPr/>
          </p:nvSpPr>
          <p:spPr>
            <a:xfrm flipH="1" rot="10800000">
              <a:off x="7113588" y="107"/>
              <a:ext cx="1015200" cy="1015200"/>
            </a:xfrm>
            <a:prstGeom prst="rtTriangle">
              <a:avLst/>
            </a:prstGeom>
            <a:solidFill>
              <a:schemeClr val="accent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" name="Google Shape;14;p2"/>
            <p:cNvSpPr/>
            <p:nvPr/>
          </p:nvSpPr>
          <p:spPr>
            <a:xfrm rot="10800000">
              <a:off x="6098378" y="97"/>
              <a:ext cx="1015200" cy="1015200"/>
            </a:xfrm>
            <a:prstGeom prst="rtTriangle">
              <a:avLst/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" name="Google Shape;15;p2"/>
            <p:cNvSpPr/>
            <p:nvPr/>
          </p:nvSpPr>
          <p:spPr>
            <a:xfrm rot="10800000">
              <a:off x="8128789" y="1015375"/>
              <a:ext cx="1015200" cy="1015200"/>
            </a:xfrm>
            <a:prstGeom prst="rtTriangle">
              <a:avLst/>
            </a:prstGeom>
            <a:solidFill>
              <a:schemeClr val="accent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6" name="Google Shape;16;p2"/>
          <p:cNvSpPr txBox="1"/>
          <p:nvPr>
            <p:ph type="ctrTitle"/>
          </p:nvPr>
        </p:nvSpPr>
        <p:spPr>
          <a:xfrm>
            <a:off x="598100" y="1775222"/>
            <a:ext cx="8222100" cy="8388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17" name="Google Shape;17;p2"/>
          <p:cNvSpPr txBox="1"/>
          <p:nvPr>
            <p:ph idx="1" type="subTitle"/>
          </p:nvPr>
        </p:nvSpPr>
        <p:spPr>
          <a:xfrm>
            <a:off x="598088" y="2715913"/>
            <a:ext cx="8222100" cy="432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18" name="Google Shape;18;p2"/>
          <p:cNvSpPr txBox="1"/>
          <p:nvPr>
            <p:ph idx="12" type="sldNum"/>
          </p:nvPr>
        </p:nvSpPr>
        <p:spPr>
          <a:xfrm>
            <a:off x="8460431" y="4651190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bg>
      <p:bgPr>
        <a:solidFill>
          <a:schemeClr val="dk1"/>
        </a:solidFill>
      </p:bgPr>
    </p:bg>
    <p:spTree>
      <p:nvGrpSpPr>
        <p:cNvPr id="19" name="Shape 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0" name="Google Shape;20;p3"/>
          <p:cNvGrpSpPr/>
          <p:nvPr/>
        </p:nvGrpSpPr>
        <p:grpSpPr>
          <a:xfrm>
            <a:off x="6098378" y="5"/>
            <a:ext cx="3045625" cy="2030570"/>
            <a:chOff x="6098378" y="5"/>
            <a:chExt cx="3045625" cy="2030570"/>
          </a:xfrm>
        </p:grpSpPr>
        <p:sp>
          <p:nvSpPr>
            <p:cNvPr id="21" name="Google Shape;21;p3"/>
            <p:cNvSpPr/>
            <p:nvPr/>
          </p:nvSpPr>
          <p:spPr>
            <a:xfrm>
              <a:off x="8128803" y="16"/>
              <a:ext cx="1015200" cy="101520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" name="Google Shape;22;p3"/>
            <p:cNvSpPr/>
            <p:nvPr/>
          </p:nvSpPr>
          <p:spPr>
            <a:xfrm flipH="1">
              <a:off x="7113463" y="5"/>
              <a:ext cx="1015200" cy="1015200"/>
            </a:xfrm>
            <a:prstGeom prst="rtTriangle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" name="Google Shape;23;p3"/>
            <p:cNvSpPr/>
            <p:nvPr/>
          </p:nvSpPr>
          <p:spPr>
            <a:xfrm flipH="1" rot="10800000">
              <a:off x="7113588" y="107"/>
              <a:ext cx="1015200" cy="1015200"/>
            </a:xfrm>
            <a:prstGeom prst="rtTriangle">
              <a:avLst/>
            </a:prstGeom>
            <a:solidFill>
              <a:schemeClr val="accent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" name="Google Shape;24;p3"/>
            <p:cNvSpPr/>
            <p:nvPr/>
          </p:nvSpPr>
          <p:spPr>
            <a:xfrm rot="10800000">
              <a:off x="6098378" y="97"/>
              <a:ext cx="1015200" cy="1015200"/>
            </a:xfrm>
            <a:prstGeom prst="rtTriangle">
              <a:avLst/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" name="Google Shape;25;p3"/>
            <p:cNvSpPr/>
            <p:nvPr/>
          </p:nvSpPr>
          <p:spPr>
            <a:xfrm rot="10800000">
              <a:off x="8128789" y="1015375"/>
              <a:ext cx="1015200" cy="1015200"/>
            </a:xfrm>
            <a:prstGeom prst="rtTriangle">
              <a:avLst/>
            </a:prstGeom>
            <a:solidFill>
              <a:schemeClr val="accent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26" name="Google Shape;26;p3"/>
          <p:cNvSpPr txBox="1"/>
          <p:nvPr>
            <p:ph type="title"/>
          </p:nvPr>
        </p:nvSpPr>
        <p:spPr>
          <a:xfrm>
            <a:off x="598100" y="2152347"/>
            <a:ext cx="8222100" cy="838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27" name="Google Shape;27;p3"/>
          <p:cNvSpPr txBox="1"/>
          <p:nvPr>
            <p:ph idx="12" type="sldNum"/>
          </p:nvPr>
        </p:nvSpPr>
        <p:spPr>
          <a:xfrm>
            <a:off x="8460431" y="4651190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9" name="Google Shape;29;p4"/>
          <p:cNvGrpSpPr/>
          <p:nvPr/>
        </p:nvGrpSpPr>
        <p:grpSpPr>
          <a:xfrm>
            <a:off x="0" y="3903669"/>
            <a:ext cx="9144000" cy="1239925"/>
            <a:chOff x="0" y="3903669"/>
            <a:chExt cx="9144000" cy="1239925"/>
          </a:xfrm>
        </p:grpSpPr>
        <p:sp>
          <p:nvSpPr>
            <p:cNvPr id="30" name="Google Shape;30;p4"/>
            <p:cNvSpPr/>
            <p:nvPr/>
          </p:nvSpPr>
          <p:spPr>
            <a:xfrm>
              <a:off x="8154895" y="3903669"/>
              <a:ext cx="989100" cy="987900"/>
            </a:xfrm>
            <a:prstGeom prst="rtTriangle">
              <a:avLst/>
            </a:prstGeom>
            <a:solidFill>
              <a:schemeClr val="accent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1" name="Google Shape;31;p4"/>
            <p:cNvSpPr/>
            <p:nvPr/>
          </p:nvSpPr>
          <p:spPr>
            <a:xfrm flipH="1">
              <a:off x="6181163" y="3903669"/>
              <a:ext cx="989100" cy="987900"/>
            </a:xfrm>
            <a:prstGeom prst="rtTriangle">
              <a:avLst/>
            </a:prstGeom>
            <a:solidFill>
              <a:schemeClr val="accent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2" name="Google Shape;32;p4"/>
            <p:cNvSpPr/>
            <p:nvPr/>
          </p:nvSpPr>
          <p:spPr>
            <a:xfrm>
              <a:off x="7170274" y="3903669"/>
              <a:ext cx="989100" cy="987900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3" name="Google Shape;33;p4"/>
            <p:cNvSpPr/>
            <p:nvPr/>
          </p:nvSpPr>
          <p:spPr>
            <a:xfrm rot="10800000">
              <a:off x="8154757" y="3903682"/>
              <a:ext cx="989100" cy="987900"/>
            </a:xfrm>
            <a:prstGeom prst="rtTriangle">
              <a:avLst/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4" name="Google Shape;34;p4"/>
            <p:cNvSpPr/>
            <p:nvPr/>
          </p:nvSpPr>
          <p:spPr>
            <a:xfrm>
              <a:off x="0" y="4891594"/>
              <a:ext cx="9144000" cy="252000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35" name="Google Shape;35;p4"/>
          <p:cNvSpPr txBox="1"/>
          <p:nvPr>
            <p:ph type="title"/>
          </p:nvPr>
        </p:nvSpPr>
        <p:spPr>
          <a:xfrm>
            <a:off x="311700" y="410000"/>
            <a:ext cx="8520600" cy="607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36" name="Google Shape;36;p4"/>
          <p:cNvSpPr txBox="1"/>
          <p:nvPr>
            <p:ph idx="1" type="body"/>
          </p:nvPr>
        </p:nvSpPr>
        <p:spPr>
          <a:xfrm>
            <a:off x="311700" y="1229875"/>
            <a:ext cx="8520600" cy="3339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37" name="Google Shape;37;p4"/>
          <p:cNvSpPr txBox="1"/>
          <p:nvPr>
            <p:ph idx="12" type="sldNum"/>
          </p:nvPr>
        </p:nvSpPr>
        <p:spPr>
          <a:xfrm>
            <a:off x="8460431" y="4651190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38" name="Shape 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Google Shape;39;p5"/>
          <p:cNvSpPr txBox="1"/>
          <p:nvPr>
            <p:ph type="title"/>
          </p:nvPr>
        </p:nvSpPr>
        <p:spPr>
          <a:xfrm>
            <a:off x="311700" y="410000"/>
            <a:ext cx="8520600" cy="607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40" name="Google Shape;40;p5"/>
          <p:cNvSpPr txBox="1"/>
          <p:nvPr>
            <p:ph idx="1" type="body"/>
          </p:nvPr>
        </p:nvSpPr>
        <p:spPr>
          <a:xfrm>
            <a:off x="311700" y="1229975"/>
            <a:ext cx="3999900" cy="3339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41" name="Google Shape;41;p5"/>
          <p:cNvSpPr txBox="1"/>
          <p:nvPr>
            <p:ph idx="2" type="body"/>
          </p:nvPr>
        </p:nvSpPr>
        <p:spPr>
          <a:xfrm>
            <a:off x="4832400" y="1229975"/>
            <a:ext cx="3999900" cy="3339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42" name="Google Shape;42;p5"/>
          <p:cNvSpPr txBox="1"/>
          <p:nvPr>
            <p:ph idx="12" type="sldNum"/>
          </p:nvPr>
        </p:nvSpPr>
        <p:spPr>
          <a:xfrm>
            <a:off x="8460431" y="4651190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>
                <a:solidFill>
                  <a:schemeClr val="dk2"/>
                </a:solidFill>
              </a:defRPr>
            </a:lvl1pPr>
            <a:lvl2pPr lvl="1">
              <a:buNone/>
              <a:defRPr>
                <a:solidFill>
                  <a:schemeClr val="dk2"/>
                </a:solidFill>
              </a:defRPr>
            </a:lvl2pPr>
            <a:lvl3pPr lvl="2">
              <a:buNone/>
              <a:defRPr>
                <a:solidFill>
                  <a:schemeClr val="dk2"/>
                </a:solidFill>
              </a:defRPr>
            </a:lvl3pPr>
            <a:lvl4pPr lvl="3">
              <a:buNone/>
              <a:defRPr>
                <a:solidFill>
                  <a:schemeClr val="dk2"/>
                </a:solidFill>
              </a:defRPr>
            </a:lvl4pPr>
            <a:lvl5pPr lvl="4">
              <a:buNone/>
              <a:defRPr>
                <a:solidFill>
                  <a:schemeClr val="dk2"/>
                </a:solidFill>
              </a:defRPr>
            </a:lvl5pPr>
            <a:lvl6pPr lvl="5">
              <a:buNone/>
              <a:defRPr>
                <a:solidFill>
                  <a:schemeClr val="dk2"/>
                </a:solidFill>
              </a:defRPr>
            </a:lvl6pPr>
            <a:lvl7pPr lvl="6">
              <a:buNone/>
              <a:defRPr>
                <a:solidFill>
                  <a:schemeClr val="dk2"/>
                </a:solidFill>
              </a:defRPr>
            </a:lvl7pPr>
            <a:lvl8pPr lvl="7">
              <a:buNone/>
              <a:defRPr>
                <a:solidFill>
                  <a:schemeClr val="dk2"/>
                </a:solidFill>
              </a:defRPr>
            </a:lvl8pPr>
            <a:lvl9pPr lvl="8">
              <a:buNone/>
              <a:defRPr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43" name="Shape 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" name="Google Shape;44;p6"/>
          <p:cNvSpPr txBox="1"/>
          <p:nvPr>
            <p:ph type="title"/>
          </p:nvPr>
        </p:nvSpPr>
        <p:spPr>
          <a:xfrm>
            <a:off x="311700" y="410000"/>
            <a:ext cx="8520600" cy="607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45" name="Google Shape;45;p6"/>
          <p:cNvSpPr txBox="1"/>
          <p:nvPr>
            <p:ph idx="12" type="sldNum"/>
          </p:nvPr>
        </p:nvSpPr>
        <p:spPr>
          <a:xfrm>
            <a:off x="8460431" y="4651190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>
                <a:solidFill>
                  <a:schemeClr val="dk2"/>
                </a:solidFill>
              </a:defRPr>
            </a:lvl1pPr>
            <a:lvl2pPr lvl="1">
              <a:buNone/>
              <a:defRPr>
                <a:solidFill>
                  <a:schemeClr val="dk2"/>
                </a:solidFill>
              </a:defRPr>
            </a:lvl2pPr>
            <a:lvl3pPr lvl="2">
              <a:buNone/>
              <a:defRPr>
                <a:solidFill>
                  <a:schemeClr val="dk2"/>
                </a:solidFill>
              </a:defRPr>
            </a:lvl3pPr>
            <a:lvl4pPr lvl="3">
              <a:buNone/>
              <a:defRPr>
                <a:solidFill>
                  <a:schemeClr val="dk2"/>
                </a:solidFill>
              </a:defRPr>
            </a:lvl4pPr>
            <a:lvl5pPr lvl="4">
              <a:buNone/>
              <a:defRPr>
                <a:solidFill>
                  <a:schemeClr val="dk2"/>
                </a:solidFill>
              </a:defRPr>
            </a:lvl5pPr>
            <a:lvl6pPr lvl="5">
              <a:buNone/>
              <a:defRPr>
                <a:solidFill>
                  <a:schemeClr val="dk2"/>
                </a:solidFill>
              </a:defRPr>
            </a:lvl6pPr>
            <a:lvl7pPr lvl="6">
              <a:buNone/>
              <a:defRPr>
                <a:solidFill>
                  <a:schemeClr val="dk2"/>
                </a:solidFill>
              </a:defRPr>
            </a:lvl7pPr>
            <a:lvl8pPr lvl="7">
              <a:buNone/>
              <a:defRPr>
                <a:solidFill>
                  <a:schemeClr val="dk2"/>
                </a:solidFill>
              </a:defRPr>
            </a:lvl8pPr>
            <a:lvl9pPr lvl="8">
              <a:buNone/>
              <a:defRPr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46" name="Shape 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Google Shape;47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48" name="Google Shape;48;p7"/>
          <p:cNvSpPr txBox="1"/>
          <p:nvPr>
            <p:ph idx="1" type="body"/>
          </p:nvPr>
        </p:nvSpPr>
        <p:spPr>
          <a:xfrm>
            <a:off x="311700" y="1465804"/>
            <a:ext cx="2808000" cy="3103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49" name="Google Shape;49;p7"/>
          <p:cNvSpPr txBox="1"/>
          <p:nvPr>
            <p:ph idx="12" type="sldNum"/>
          </p:nvPr>
        </p:nvSpPr>
        <p:spPr>
          <a:xfrm>
            <a:off x="8460431" y="4651190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>
                <a:solidFill>
                  <a:schemeClr val="dk2"/>
                </a:solidFill>
              </a:defRPr>
            </a:lvl1pPr>
            <a:lvl2pPr lvl="1">
              <a:buNone/>
              <a:defRPr>
                <a:solidFill>
                  <a:schemeClr val="dk2"/>
                </a:solidFill>
              </a:defRPr>
            </a:lvl2pPr>
            <a:lvl3pPr lvl="2">
              <a:buNone/>
              <a:defRPr>
                <a:solidFill>
                  <a:schemeClr val="dk2"/>
                </a:solidFill>
              </a:defRPr>
            </a:lvl3pPr>
            <a:lvl4pPr lvl="3">
              <a:buNone/>
              <a:defRPr>
                <a:solidFill>
                  <a:schemeClr val="dk2"/>
                </a:solidFill>
              </a:defRPr>
            </a:lvl4pPr>
            <a:lvl5pPr lvl="4">
              <a:buNone/>
              <a:defRPr>
                <a:solidFill>
                  <a:schemeClr val="dk2"/>
                </a:solidFill>
              </a:defRPr>
            </a:lvl5pPr>
            <a:lvl6pPr lvl="5">
              <a:buNone/>
              <a:defRPr>
                <a:solidFill>
                  <a:schemeClr val="dk2"/>
                </a:solidFill>
              </a:defRPr>
            </a:lvl6pPr>
            <a:lvl7pPr lvl="6">
              <a:buNone/>
              <a:defRPr>
                <a:solidFill>
                  <a:schemeClr val="dk2"/>
                </a:solidFill>
              </a:defRPr>
            </a:lvl7pPr>
            <a:lvl8pPr lvl="7">
              <a:buNone/>
              <a:defRPr>
                <a:solidFill>
                  <a:schemeClr val="dk2"/>
                </a:solidFill>
              </a:defRPr>
            </a:lvl8pPr>
            <a:lvl9pPr lvl="8">
              <a:buNone/>
              <a:defRPr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bg>
      <p:bgPr>
        <a:solidFill>
          <a:schemeClr val="accent4"/>
        </a:solidFill>
      </p:bgPr>
    </p:bg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1" name="Google Shape;51;p8"/>
          <p:cNvGrpSpPr/>
          <p:nvPr/>
        </p:nvGrpSpPr>
        <p:grpSpPr>
          <a:xfrm>
            <a:off x="6098378" y="5"/>
            <a:ext cx="3045625" cy="2030570"/>
            <a:chOff x="6098378" y="5"/>
            <a:chExt cx="3045625" cy="2030570"/>
          </a:xfrm>
        </p:grpSpPr>
        <p:sp>
          <p:nvSpPr>
            <p:cNvPr id="52" name="Google Shape;52;p8"/>
            <p:cNvSpPr/>
            <p:nvPr/>
          </p:nvSpPr>
          <p:spPr>
            <a:xfrm>
              <a:off x="8128803" y="16"/>
              <a:ext cx="1015200" cy="101520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3" name="Google Shape;53;p8"/>
            <p:cNvSpPr/>
            <p:nvPr/>
          </p:nvSpPr>
          <p:spPr>
            <a:xfrm flipH="1">
              <a:off x="7113463" y="5"/>
              <a:ext cx="1015200" cy="1015200"/>
            </a:xfrm>
            <a:prstGeom prst="rtTriangle">
              <a:avLst/>
            </a:prstGeom>
            <a:solidFill>
              <a:schemeClr val="accent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4" name="Google Shape;54;p8"/>
            <p:cNvSpPr/>
            <p:nvPr/>
          </p:nvSpPr>
          <p:spPr>
            <a:xfrm flipH="1" rot="10800000">
              <a:off x="7113588" y="107"/>
              <a:ext cx="1015200" cy="1015200"/>
            </a:xfrm>
            <a:prstGeom prst="rtTriangle">
              <a:avLst/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5" name="Google Shape;55;p8"/>
            <p:cNvSpPr/>
            <p:nvPr/>
          </p:nvSpPr>
          <p:spPr>
            <a:xfrm rot="10800000">
              <a:off x="6098378" y="97"/>
              <a:ext cx="1015200" cy="1015200"/>
            </a:xfrm>
            <a:prstGeom prst="rtTriangle">
              <a:avLst/>
            </a:prstGeom>
            <a:solidFill>
              <a:schemeClr val="accent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6" name="Google Shape;56;p8"/>
            <p:cNvSpPr/>
            <p:nvPr/>
          </p:nvSpPr>
          <p:spPr>
            <a:xfrm rot="10800000">
              <a:off x="8128789" y="1015375"/>
              <a:ext cx="1015200" cy="1015200"/>
            </a:xfrm>
            <a:prstGeom prst="rtTriangle">
              <a:avLst/>
            </a:prstGeom>
            <a:solidFill>
              <a:schemeClr val="accent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57" name="Google Shape;57;p8"/>
          <p:cNvSpPr txBox="1"/>
          <p:nvPr>
            <p:ph type="title"/>
          </p:nvPr>
        </p:nvSpPr>
        <p:spPr>
          <a:xfrm>
            <a:off x="490250" y="526350"/>
            <a:ext cx="56187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58" name="Google Shape;58;p8"/>
          <p:cNvSpPr txBox="1"/>
          <p:nvPr>
            <p:ph idx="12" type="sldNum"/>
          </p:nvPr>
        </p:nvSpPr>
        <p:spPr>
          <a:xfrm>
            <a:off x="8460431" y="4651190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59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Google Shape;60;p9"/>
          <p:cNvSpPr/>
          <p:nvPr/>
        </p:nvSpPr>
        <p:spPr>
          <a:xfrm>
            <a:off x="4572000" y="-175"/>
            <a:ext cx="4572000" cy="51435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61" name="Google Shape;61;p9"/>
          <p:cNvCxnSpPr/>
          <p:nvPr/>
        </p:nvCxnSpPr>
        <p:spPr>
          <a:xfrm>
            <a:off x="5029675" y="4495500"/>
            <a:ext cx="468300" cy="0"/>
          </a:xfrm>
          <a:prstGeom prst="straightConnector1">
            <a:avLst/>
          </a:prstGeom>
          <a:noFill/>
          <a:ln cap="flat" cmpd="sng" w="19050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62" name="Google Shape;62;p9"/>
          <p:cNvSpPr txBox="1"/>
          <p:nvPr>
            <p:ph type="title"/>
          </p:nvPr>
        </p:nvSpPr>
        <p:spPr>
          <a:xfrm>
            <a:off x="265500" y="1151100"/>
            <a:ext cx="4045200" cy="1564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63" name="Google Shape;63;p9"/>
          <p:cNvSpPr txBox="1"/>
          <p:nvPr>
            <p:ph idx="1" type="subTitle"/>
          </p:nvPr>
        </p:nvSpPr>
        <p:spPr>
          <a:xfrm>
            <a:off x="265500" y="2769001"/>
            <a:ext cx="4045200" cy="1269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64" name="Google Shape;64;p9"/>
          <p:cNvSpPr txBox="1"/>
          <p:nvPr>
            <p:ph idx="2" type="body"/>
          </p:nvPr>
        </p:nvSpPr>
        <p:spPr>
          <a:xfrm>
            <a:off x="4939500" y="724200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Char char="●"/>
              <a:defRPr>
                <a:solidFill>
                  <a:schemeClr val="lt1"/>
                </a:solidFill>
              </a:defRPr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●"/>
              <a:defRPr>
                <a:solidFill>
                  <a:schemeClr val="lt1"/>
                </a:solidFill>
              </a:defRPr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●"/>
              <a:defRPr>
                <a:solidFill>
                  <a:schemeClr val="lt1"/>
                </a:solidFill>
              </a:defRPr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65" name="Google Shape;65;p9"/>
          <p:cNvSpPr txBox="1"/>
          <p:nvPr>
            <p:ph idx="12" type="sldNum"/>
          </p:nvPr>
        </p:nvSpPr>
        <p:spPr>
          <a:xfrm>
            <a:off x="8460431" y="4651190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66" name="Shape 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Google Shape;67;p10"/>
          <p:cNvSpPr txBox="1"/>
          <p:nvPr>
            <p:ph idx="1" type="body"/>
          </p:nvPr>
        </p:nvSpPr>
        <p:spPr>
          <a:xfrm>
            <a:off x="319500" y="4230575"/>
            <a:ext cx="5998800" cy="598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68" name="Google Shape;68;p10"/>
          <p:cNvSpPr txBox="1"/>
          <p:nvPr>
            <p:ph idx="12" type="sldNum"/>
          </p:nvPr>
        </p:nvSpPr>
        <p:spPr>
          <a:xfrm>
            <a:off x="8460431" y="4651190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>
                <a:solidFill>
                  <a:schemeClr val="dk2"/>
                </a:solidFill>
              </a:defRPr>
            </a:lvl1pPr>
            <a:lvl2pPr lvl="1">
              <a:buNone/>
              <a:defRPr>
                <a:solidFill>
                  <a:schemeClr val="dk2"/>
                </a:solidFill>
              </a:defRPr>
            </a:lvl2pPr>
            <a:lvl3pPr lvl="2">
              <a:buNone/>
              <a:defRPr>
                <a:solidFill>
                  <a:schemeClr val="dk2"/>
                </a:solidFill>
              </a:defRPr>
            </a:lvl3pPr>
            <a:lvl4pPr lvl="3">
              <a:buNone/>
              <a:defRPr>
                <a:solidFill>
                  <a:schemeClr val="dk2"/>
                </a:solidFill>
              </a:defRPr>
            </a:lvl4pPr>
            <a:lvl5pPr lvl="4">
              <a:buNone/>
              <a:defRPr>
                <a:solidFill>
                  <a:schemeClr val="dk2"/>
                </a:solidFill>
              </a:defRPr>
            </a:lvl5pPr>
            <a:lvl6pPr lvl="5">
              <a:buNone/>
              <a:defRPr>
                <a:solidFill>
                  <a:schemeClr val="dk2"/>
                </a:solidFill>
              </a:defRPr>
            </a:lvl6pPr>
            <a:lvl7pPr lvl="6">
              <a:buNone/>
              <a:defRPr>
                <a:solidFill>
                  <a:schemeClr val="dk2"/>
                </a:solidFill>
              </a:defRPr>
            </a:lvl7pPr>
            <a:lvl8pPr lvl="7">
              <a:buNone/>
              <a:defRPr>
                <a:solidFill>
                  <a:schemeClr val="dk2"/>
                </a:solidFill>
              </a:defRPr>
            </a:lvl8pPr>
            <a:lvl9pPr lvl="8">
              <a:buNone/>
              <a:defRPr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bg>
      <p:bgPr>
        <a:solidFill>
          <a:schemeClr val="dk1"/>
        </a:solidFill>
      </p:bgPr>
    </p:bg>
    <p:spTree>
      <p:nvGrpSpPr>
        <p:cNvPr id="69" name="Shape 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0" name="Google Shape;70;p11"/>
          <p:cNvGrpSpPr/>
          <p:nvPr/>
        </p:nvGrpSpPr>
        <p:grpSpPr>
          <a:xfrm>
            <a:off x="6098378" y="5"/>
            <a:ext cx="3045625" cy="2030570"/>
            <a:chOff x="6098378" y="5"/>
            <a:chExt cx="3045625" cy="2030570"/>
          </a:xfrm>
        </p:grpSpPr>
        <p:sp>
          <p:nvSpPr>
            <p:cNvPr id="71" name="Google Shape;71;p11"/>
            <p:cNvSpPr/>
            <p:nvPr/>
          </p:nvSpPr>
          <p:spPr>
            <a:xfrm>
              <a:off x="8128803" y="16"/>
              <a:ext cx="1015200" cy="101520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2" name="Google Shape;72;p11"/>
            <p:cNvSpPr/>
            <p:nvPr/>
          </p:nvSpPr>
          <p:spPr>
            <a:xfrm flipH="1">
              <a:off x="7113463" y="5"/>
              <a:ext cx="1015200" cy="1015200"/>
            </a:xfrm>
            <a:prstGeom prst="rtTriangle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3" name="Google Shape;73;p11"/>
            <p:cNvSpPr/>
            <p:nvPr/>
          </p:nvSpPr>
          <p:spPr>
            <a:xfrm flipH="1" rot="10800000">
              <a:off x="7113588" y="107"/>
              <a:ext cx="1015200" cy="1015200"/>
            </a:xfrm>
            <a:prstGeom prst="rtTriangle">
              <a:avLst/>
            </a:prstGeom>
            <a:solidFill>
              <a:schemeClr val="accent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4" name="Google Shape;74;p11"/>
            <p:cNvSpPr/>
            <p:nvPr/>
          </p:nvSpPr>
          <p:spPr>
            <a:xfrm rot="10800000">
              <a:off x="6098378" y="97"/>
              <a:ext cx="1015200" cy="1015200"/>
            </a:xfrm>
            <a:prstGeom prst="rtTriangle">
              <a:avLst/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5" name="Google Shape;75;p11"/>
            <p:cNvSpPr/>
            <p:nvPr/>
          </p:nvSpPr>
          <p:spPr>
            <a:xfrm rot="10800000">
              <a:off x="8128789" y="1015375"/>
              <a:ext cx="1015200" cy="1015200"/>
            </a:xfrm>
            <a:prstGeom prst="rtTriangle">
              <a:avLst/>
            </a:prstGeom>
            <a:solidFill>
              <a:schemeClr val="accent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76" name="Google Shape;76;p11"/>
          <p:cNvSpPr txBox="1"/>
          <p:nvPr>
            <p:ph hasCustomPrompt="1" type="title"/>
          </p:nvPr>
        </p:nvSpPr>
        <p:spPr>
          <a:xfrm>
            <a:off x="311700" y="1256050"/>
            <a:ext cx="8520600" cy="2030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0"/>
              <a:buNone/>
              <a:defRPr sz="12000">
                <a:solidFill>
                  <a:schemeClr val="lt1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0"/>
              <a:buNone/>
              <a:defRPr sz="12000">
                <a:solidFill>
                  <a:schemeClr val="lt1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0"/>
              <a:buNone/>
              <a:defRPr sz="12000">
                <a:solidFill>
                  <a:schemeClr val="lt1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0"/>
              <a:buNone/>
              <a:defRPr sz="12000">
                <a:solidFill>
                  <a:schemeClr val="lt1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0"/>
              <a:buNone/>
              <a:defRPr sz="12000">
                <a:solidFill>
                  <a:schemeClr val="lt1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0"/>
              <a:buNone/>
              <a:defRPr sz="12000">
                <a:solidFill>
                  <a:schemeClr val="lt1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0"/>
              <a:buNone/>
              <a:defRPr sz="12000">
                <a:solidFill>
                  <a:schemeClr val="lt1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0"/>
              <a:buNone/>
              <a:defRPr sz="12000">
                <a:solidFill>
                  <a:schemeClr val="lt1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0"/>
              <a:buNone/>
              <a:defRPr sz="12000">
                <a:solidFill>
                  <a:schemeClr val="lt1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77" name="Google Shape;77;p11"/>
          <p:cNvSpPr txBox="1"/>
          <p:nvPr>
            <p:ph idx="1" type="body"/>
          </p:nvPr>
        </p:nvSpPr>
        <p:spPr>
          <a:xfrm>
            <a:off x="311700" y="3369225"/>
            <a:ext cx="8520600" cy="1281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Char char="●"/>
              <a:defRPr>
                <a:solidFill>
                  <a:schemeClr val="lt1"/>
                </a:solidFill>
              </a:defRPr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●"/>
              <a:defRPr>
                <a:solidFill>
                  <a:schemeClr val="lt1"/>
                </a:solidFill>
              </a:defRPr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●"/>
              <a:defRPr>
                <a:solidFill>
                  <a:schemeClr val="lt1"/>
                </a:solidFill>
              </a:defRPr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78" name="Google Shape;78;p11"/>
          <p:cNvSpPr txBox="1"/>
          <p:nvPr>
            <p:ph idx="12" type="sldNum"/>
          </p:nvPr>
        </p:nvSpPr>
        <p:spPr>
          <a:xfrm>
            <a:off x="8460431" y="4651190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79" name="Shape 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" name="Google Shape;80;p12"/>
          <p:cNvSpPr txBox="1"/>
          <p:nvPr>
            <p:ph idx="12" type="sldNum"/>
          </p:nvPr>
        </p:nvSpPr>
        <p:spPr>
          <a:xfrm>
            <a:off x="8460431" y="4651190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>
                <a:solidFill>
                  <a:schemeClr val="dk2"/>
                </a:solidFill>
              </a:defRPr>
            </a:lvl1pPr>
            <a:lvl2pPr lvl="1">
              <a:buNone/>
              <a:defRPr>
                <a:solidFill>
                  <a:schemeClr val="dk2"/>
                </a:solidFill>
              </a:defRPr>
            </a:lvl2pPr>
            <a:lvl3pPr lvl="2">
              <a:buNone/>
              <a:defRPr>
                <a:solidFill>
                  <a:schemeClr val="dk2"/>
                </a:solidFill>
              </a:defRPr>
            </a:lvl3pPr>
            <a:lvl4pPr lvl="3">
              <a:buNone/>
              <a:defRPr>
                <a:solidFill>
                  <a:schemeClr val="dk2"/>
                </a:solidFill>
              </a:defRPr>
            </a:lvl4pPr>
            <a:lvl5pPr lvl="4">
              <a:buNone/>
              <a:defRPr>
                <a:solidFill>
                  <a:schemeClr val="dk2"/>
                </a:solidFill>
              </a:defRPr>
            </a:lvl5pPr>
            <a:lvl6pPr lvl="5">
              <a:buNone/>
              <a:defRPr>
                <a:solidFill>
                  <a:schemeClr val="dk2"/>
                </a:solidFill>
              </a:defRPr>
            </a:lvl6pPr>
            <a:lvl7pPr lvl="6">
              <a:buNone/>
              <a:defRPr>
                <a:solidFill>
                  <a:schemeClr val="dk2"/>
                </a:solidFill>
              </a:defRPr>
            </a:lvl7pPr>
            <a:lvl8pPr lvl="7">
              <a:buNone/>
              <a:defRPr>
                <a:solidFill>
                  <a:schemeClr val="dk2"/>
                </a:solidFill>
              </a:defRPr>
            </a:lvl8pPr>
            <a:lvl9pPr lvl="8">
              <a:buNone/>
              <a:defRPr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geometric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10000"/>
            <a:ext cx="8520600" cy="6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oboto"/>
              <a:buNone/>
              <a:defRPr sz="30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oboto"/>
              <a:buNone/>
              <a:defRPr sz="30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oboto"/>
              <a:buNone/>
              <a:defRPr sz="30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oboto"/>
              <a:buNone/>
              <a:defRPr sz="30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oboto"/>
              <a:buNone/>
              <a:defRPr sz="30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oboto"/>
              <a:buNone/>
              <a:defRPr sz="30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oboto"/>
              <a:buNone/>
              <a:defRPr sz="30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oboto"/>
              <a:buNone/>
              <a:defRPr sz="30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oboto"/>
              <a:buNone/>
              <a:defRPr sz="30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229875"/>
            <a:ext cx="8520600" cy="3339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Roboto"/>
              <a:buChar char="●"/>
              <a:defRPr sz="18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oboto"/>
              <a:buChar char="○"/>
              <a:defRPr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oboto"/>
              <a:buChar char="■"/>
              <a:defRPr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oboto"/>
              <a:buChar char="●"/>
              <a:defRPr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oboto"/>
              <a:buChar char="○"/>
              <a:defRPr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oboto"/>
              <a:buChar char="■"/>
              <a:defRPr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oboto"/>
              <a:buChar char="●"/>
              <a:defRPr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oboto"/>
              <a:buChar char="○"/>
              <a:defRPr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oboto"/>
              <a:buChar char="■"/>
              <a:defRPr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60431" y="4651190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lvl="1" algn="r">
              <a:buNone/>
              <a:defRPr sz="10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lvl="2" algn="r">
              <a:buNone/>
              <a:defRPr sz="10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lvl="3" algn="r">
              <a:buNone/>
              <a:defRPr sz="10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lvl="4" algn="r">
              <a:buNone/>
              <a:defRPr sz="10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lvl="5" algn="r">
              <a:buNone/>
              <a:defRPr sz="10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lvl="6" algn="r">
              <a:buNone/>
              <a:defRPr sz="10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lvl="7" algn="r">
              <a:buNone/>
              <a:defRPr sz="10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lvl="8" algn="r">
              <a:buNone/>
              <a:defRPr sz="10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1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8.png"/><Relationship Id="rId4" Type="http://schemas.openxmlformats.org/officeDocument/2006/relationships/image" Target="../media/image5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3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10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2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1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9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4.png"/><Relationship Id="rId4" Type="http://schemas.openxmlformats.org/officeDocument/2006/relationships/image" Target="../media/image12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4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p13"/>
          <p:cNvSpPr txBox="1"/>
          <p:nvPr>
            <p:ph type="ctrTitle"/>
          </p:nvPr>
        </p:nvSpPr>
        <p:spPr>
          <a:xfrm>
            <a:off x="598100" y="916978"/>
            <a:ext cx="8222100" cy="16971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419"/>
              <a:t>Trabajo Práctico Integrador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419"/>
              <a:t>Videojuego: Deathrun</a:t>
            </a:r>
            <a:endParaRPr/>
          </a:p>
        </p:txBody>
      </p:sp>
      <p:sp>
        <p:nvSpPr>
          <p:cNvPr id="86" name="Google Shape;86;p13"/>
          <p:cNvSpPr txBox="1"/>
          <p:nvPr>
            <p:ph idx="1" type="subTitle"/>
          </p:nvPr>
        </p:nvSpPr>
        <p:spPr>
          <a:xfrm>
            <a:off x="598088" y="2583651"/>
            <a:ext cx="8222100" cy="432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2500" lnSpcReduction="2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419"/>
              <a:t>Programación Concurrente 2° cuatrimestre de 2025</a:t>
            </a:r>
            <a:endParaRPr/>
          </a:p>
        </p:txBody>
      </p:sp>
      <p:pic>
        <p:nvPicPr>
          <p:cNvPr id="87" name="Google Shape;87;p1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861850" y="3348488"/>
            <a:ext cx="7286625" cy="1666875"/>
          </a:xfrm>
          <a:prstGeom prst="rect">
            <a:avLst/>
          </a:prstGeom>
          <a:noFill/>
          <a:ln>
            <a:noFill/>
          </a:ln>
        </p:spPr>
      </p:pic>
      <p:sp>
        <p:nvSpPr>
          <p:cNvPr id="88" name="Google Shape;88;p13"/>
          <p:cNvSpPr txBox="1"/>
          <p:nvPr>
            <p:ph idx="1" type="subTitle"/>
          </p:nvPr>
        </p:nvSpPr>
        <p:spPr>
          <a:xfrm>
            <a:off x="583392" y="2886219"/>
            <a:ext cx="8222100" cy="432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2500" lnSpcReduction="2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419"/>
              <a:t>Grupo M5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2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p14"/>
          <p:cNvSpPr txBox="1"/>
          <p:nvPr>
            <p:ph idx="1" type="body"/>
          </p:nvPr>
        </p:nvSpPr>
        <p:spPr>
          <a:xfrm>
            <a:off x="311700" y="1215179"/>
            <a:ext cx="8520600" cy="3339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rPr lang="es-419"/>
              <a:t>ENetMultiplayerPeer es una librería de red UDP integrada en Godot.</a:t>
            </a:r>
            <a:endParaRPr/>
          </a:p>
          <a:p>
            <a:pPr indent="0" lvl="0" marL="0" rtl="0" algn="just">
              <a:spcBef>
                <a:spcPts val="1200"/>
              </a:spcBef>
              <a:spcAft>
                <a:spcPts val="0"/>
              </a:spcAft>
              <a:buNone/>
            </a:pPr>
            <a:r>
              <a:rPr lang="es-419"/>
              <a:t>ENet es en resumen UDP pero con herramientas </a:t>
            </a:r>
            <a:r>
              <a:rPr lang="es-419"/>
              <a:t>adicionales</a:t>
            </a:r>
            <a:r>
              <a:rPr lang="es-419"/>
              <a:t> como entrega fiable y reordenamiento de paquetes.</a:t>
            </a:r>
            <a:endParaRPr/>
          </a:p>
          <a:p>
            <a:pPr indent="0" lvl="0" marL="0" rtl="0" algn="just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sp>
        <p:nvSpPr>
          <p:cNvPr id="94" name="Google Shape;94;p14"/>
          <p:cNvSpPr txBox="1"/>
          <p:nvPr>
            <p:ph type="title"/>
          </p:nvPr>
        </p:nvSpPr>
        <p:spPr>
          <a:xfrm>
            <a:off x="311700" y="410000"/>
            <a:ext cx="8520600" cy="607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419"/>
              <a:t>Sistema de Multijugador: ENetMultiplayerPeer</a:t>
            </a:r>
            <a:endParaRPr/>
          </a:p>
        </p:txBody>
      </p:sp>
      <p:pic>
        <p:nvPicPr>
          <p:cNvPr id="95" name="Google Shape;95;p1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7963" y="2571750"/>
            <a:ext cx="5057775" cy="781050"/>
          </a:xfrm>
          <a:prstGeom prst="rect">
            <a:avLst/>
          </a:prstGeom>
          <a:noFill/>
          <a:ln>
            <a:noFill/>
          </a:ln>
        </p:spPr>
      </p:pic>
      <p:pic>
        <p:nvPicPr>
          <p:cNvPr id="96" name="Google Shape;96;p14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2439823" y="3437048"/>
            <a:ext cx="6704175" cy="1485275"/>
          </a:xfrm>
          <a:prstGeom prst="rect">
            <a:avLst/>
          </a:prstGeom>
          <a:noFill/>
          <a:ln>
            <a:noFill/>
          </a:ln>
        </p:spPr>
      </p:pic>
      <p:sp>
        <p:nvSpPr>
          <p:cNvPr id="97" name="Google Shape;97;p14"/>
          <p:cNvSpPr txBox="1"/>
          <p:nvPr/>
        </p:nvSpPr>
        <p:spPr>
          <a:xfrm>
            <a:off x="5215750" y="2571750"/>
            <a:ext cx="36378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419" sz="18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rPr>
              <a:t>El Runner será el host del servidor</a:t>
            </a:r>
            <a:endParaRPr sz="1800">
              <a:solidFill>
                <a:schemeClr val="dk2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98" name="Google Shape;98;p14"/>
          <p:cNvSpPr txBox="1"/>
          <p:nvPr/>
        </p:nvSpPr>
        <p:spPr>
          <a:xfrm>
            <a:off x="583425" y="3924550"/>
            <a:ext cx="1856400" cy="738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419" sz="18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rPr>
              <a:t>El trampero es</a:t>
            </a:r>
            <a:endParaRPr sz="1800">
              <a:solidFill>
                <a:schemeClr val="dk2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419" sz="18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rPr>
              <a:t>un Client</a:t>
            </a:r>
            <a:endParaRPr sz="1800">
              <a:solidFill>
                <a:schemeClr val="dk2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2" name="Shape 1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" name="Google Shape;103;p15"/>
          <p:cNvSpPr txBox="1"/>
          <p:nvPr>
            <p:ph type="title"/>
          </p:nvPr>
        </p:nvSpPr>
        <p:spPr>
          <a:xfrm>
            <a:off x="311700" y="410000"/>
            <a:ext cx="8520600" cy="607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419"/>
              <a:t>Comunicación con RPC</a:t>
            </a:r>
            <a:endParaRPr/>
          </a:p>
        </p:txBody>
      </p:sp>
      <p:sp>
        <p:nvSpPr>
          <p:cNvPr id="104" name="Google Shape;104;p15"/>
          <p:cNvSpPr txBox="1"/>
          <p:nvPr>
            <p:ph idx="1" type="body"/>
          </p:nvPr>
        </p:nvSpPr>
        <p:spPr>
          <a:xfrm>
            <a:off x="311700" y="1141701"/>
            <a:ext cx="8520600" cy="3339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just">
              <a:spcBef>
                <a:spcPts val="0"/>
              </a:spcBef>
              <a:spcAft>
                <a:spcPts val="1200"/>
              </a:spcAft>
              <a:buNone/>
            </a:pPr>
            <a:r>
              <a:rPr lang="es-419"/>
              <a:t>RPC  o Remote Procedure Calls son funciones que pueden ser llamadas desde otro Peer, en nuestro proyecto lo usamos como mecanismo de mensajería y sincronización entre ambos jugadores.</a:t>
            </a:r>
            <a:endParaRPr/>
          </a:p>
        </p:txBody>
      </p:sp>
      <p:pic>
        <p:nvPicPr>
          <p:cNvPr id="105" name="Google Shape;105;p1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64400" y="2391850"/>
            <a:ext cx="7979626" cy="23522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9" name="Shape 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Google Shape;110;p16"/>
          <p:cNvSpPr txBox="1"/>
          <p:nvPr>
            <p:ph type="title"/>
          </p:nvPr>
        </p:nvSpPr>
        <p:spPr>
          <a:xfrm>
            <a:off x="311700" y="410000"/>
            <a:ext cx="8520600" cy="607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419"/>
              <a:t>Flujo principal Multijugador</a:t>
            </a:r>
            <a:endParaRPr/>
          </a:p>
        </p:txBody>
      </p:sp>
      <p:sp>
        <p:nvSpPr>
          <p:cNvPr id="111" name="Google Shape;111;p16"/>
          <p:cNvSpPr txBox="1"/>
          <p:nvPr>
            <p:ph idx="1" type="body"/>
          </p:nvPr>
        </p:nvSpPr>
        <p:spPr>
          <a:xfrm>
            <a:off x="311700" y="1229875"/>
            <a:ext cx="8520600" cy="3339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419"/>
              <a:t>El trampero (client) notifica al servidor que se activó una trampa.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pic>
        <p:nvPicPr>
          <p:cNvPr id="112" name="Google Shape;112;p1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62000" y="2014525"/>
            <a:ext cx="7620000" cy="11144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6" name="Shape 1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" name="Google Shape;117;p17"/>
          <p:cNvSpPr txBox="1"/>
          <p:nvPr>
            <p:ph type="title"/>
          </p:nvPr>
        </p:nvSpPr>
        <p:spPr>
          <a:xfrm>
            <a:off x="311700" y="410000"/>
            <a:ext cx="8520600" cy="607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419"/>
              <a:t>Flujo principal Multijugador</a:t>
            </a:r>
            <a:endParaRPr/>
          </a:p>
        </p:txBody>
      </p:sp>
      <p:sp>
        <p:nvSpPr>
          <p:cNvPr id="118" name="Google Shape;118;p17"/>
          <p:cNvSpPr txBox="1"/>
          <p:nvPr>
            <p:ph idx="1" type="body"/>
          </p:nvPr>
        </p:nvSpPr>
        <p:spPr>
          <a:xfrm>
            <a:off x="311700" y="1099825"/>
            <a:ext cx="8520600" cy="3339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rPr lang="es-419"/>
              <a:t>El host recibe el mensaje RPC y encola la petición.</a:t>
            </a:r>
            <a:endParaRPr/>
          </a:p>
        </p:txBody>
      </p:sp>
      <p:pic>
        <p:nvPicPr>
          <p:cNvPr id="119" name="Google Shape;119;p1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200150" y="1623025"/>
            <a:ext cx="6743700" cy="32385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3" name="Shape 1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" name="Google Shape;124;p18"/>
          <p:cNvSpPr txBox="1"/>
          <p:nvPr>
            <p:ph type="title"/>
          </p:nvPr>
        </p:nvSpPr>
        <p:spPr>
          <a:xfrm>
            <a:off x="311700" y="410000"/>
            <a:ext cx="8520600" cy="607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419"/>
              <a:t>Validaciones con hilos</a:t>
            </a:r>
            <a:endParaRPr/>
          </a:p>
        </p:txBody>
      </p:sp>
      <p:sp>
        <p:nvSpPr>
          <p:cNvPr id="125" name="Google Shape;125;p18"/>
          <p:cNvSpPr txBox="1"/>
          <p:nvPr>
            <p:ph idx="1" type="body"/>
          </p:nvPr>
        </p:nvSpPr>
        <p:spPr>
          <a:xfrm>
            <a:off x="311700" y="1229875"/>
            <a:ext cx="8520600" cy="3339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rPr lang="es-419"/>
              <a:t>Utilizar hilos en nodos y escenas activas en el SceneTree no es ThreadSafe y su manejo requiere mucho cuidado, por lo que nos limitamos a utilizar hilos solo para realizar validaciones en los mensajes RPC.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pic>
        <p:nvPicPr>
          <p:cNvPr id="126" name="Google Shape;126;p1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82650" y="2472063"/>
            <a:ext cx="4248150" cy="17811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0" name="Shape 1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" name="Google Shape;131;p19"/>
          <p:cNvSpPr txBox="1"/>
          <p:nvPr>
            <p:ph type="title"/>
          </p:nvPr>
        </p:nvSpPr>
        <p:spPr>
          <a:xfrm>
            <a:off x="311700" y="410000"/>
            <a:ext cx="8520600" cy="607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419"/>
              <a:t>Validaciones con hilos</a:t>
            </a:r>
            <a:endParaRPr/>
          </a:p>
        </p:txBody>
      </p:sp>
      <p:sp>
        <p:nvSpPr>
          <p:cNvPr id="132" name="Google Shape;132;p19"/>
          <p:cNvSpPr txBox="1"/>
          <p:nvPr>
            <p:ph idx="1" type="body"/>
          </p:nvPr>
        </p:nvSpPr>
        <p:spPr>
          <a:xfrm>
            <a:off x="311700" y="957925"/>
            <a:ext cx="8520600" cy="3339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just">
              <a:spcBef>
                <a:spcPts val="0"/>
              </a:spcBef>
              <a:spcAft>
                <a:spcPts val="1200"/>
              </a:spcAft>
              <a:buNone/>
            </a:pPr>
            <a:r>
              <a:rPr lang="es-419"/>
              <a:t>Los mensajes RPC ingresarán en una cola cuyo acceso será controlado por un mutex. Además, utilizamos un semáforo para despertar un hilo cuando haya mensajes pendientes.</a:t>
            </a:r>
            <a:endParaRPr/>
          </a:p>
        </p:txBody>
      </p:sp>
      <p:pic>
        <p:nvPicPr>
          <p:cNvPr id="133" name="Google Shape;133;p1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11688" y="2032425"/>
            <a:ext cx="7019925" cy="27813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7" name="Shape 1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" name="Google Shape;138;p20"/>
          <p:cNvSpPr txBox="1"/>
          <p:nvPr>
            <p:ph type="title"/>
          </p:nvPr>
        </p:nvSpPr>
        <p:spPr>
          <a:xfrm>
            <a:off x="311700" y="410000"/>
            <a:ext cx="8520600" cy="607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419"/>
              <a:t>Flujo principal Multijugador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9" name="Google Shape;139;p20"/>
          <p:cNvSpPr txBox="1"/>
          <p:nvPr>
            <p:ph idx="1" type="body"/>
          </p:nvPr>
        </p:nvSpPr>
        <p:spPr>
          <a:xfrm>
            <a:off x="311700" y="1082918"/>
            <a:ext cx="8520600" cy="3339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just">
              <a:spcBef>
                <a:spcPts val="0"/>
              </a:spcBef>
              <a:spcAft>
                <a:spcPts val="1200"/>
              </a:spcAft>
              <a:buNone/>
            </a:pPr>
            <a:r>
              <a:rPr lang="es-419"/>
              <a:t>Luego, el hilo principal del host ejecuta la lógica de activación de las trampas, y le envía un mensaje a cliente para que actualice también su interfaz, manteniendo una sincronización en la UI de ambos jugadores.</a:t>
            </a:r>
            <a:endParaRPr/>
          </a:p>
        </p:txBody>
      </p:sp>
      <p:pic>
        <p:nvPicPr>
          <p:cNvPr id="140" name="Google Shape;140;p2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23188" y="2245763"/>
            <a:ext cx="5457825" cy="26384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41" name="Google Shape;141;p20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6070375" y="2352200"/>
            <a:ext cx="2628900" cy="21145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5" name="Shape 1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Google Shape;146;p21"/>
          <p:cNvSpPr txBox="1"/>
          <p:nvPr>
            <p:ph type="title"/>
          </p:nvPr>
        </p:nvSpPr>
        <p:spPr>
          <a:xfrm>
            <a:off x="311700" y="410000"/>
            <a:ext cx="8520600" cy="607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419"/>
              <a:t>Godot Signals</a:t>
            </a:r>
            <a:endParaRPr/>
          </a:p>
        </p:txBody>
      </p:sp>
      <p:sp>
        <p:nvSpPr>
          <p:cNvPr id="147" name="Google Shape;147;p21"/>
          <p:cNvSpPr txBox="1"/>
          <p:nvPr>
            <p:ph idx="1" type="body"/>
          </p:nvPr>
        </p:nvSpPr>
        <p:spPr>
          <a:xfrm>
            <a:off x="311700" y="957925"/>
            <a:ext cx="8520600" cy="3339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just">
              <a:spcBef>
                <a:spcPts val="0"/>
              </a:spcBef>
              <a:spcAft>
                <a:spcPts val="1200"/>
              </a:spcAft>
              <a:buNone/>
            </a:pPr>
            <a:r>
              <a:rPr lang="es-419"/>
              <a:t>Son mensajes que emiten los nodos cuando les sucede algo específico, como que se presiona un botón. Otros nodos pueden conectarse a esa señal y llamar a una función cuando ocurra el evento.</a:t>
            </a:r>
            <a:endParaRPr/>
          </a:p>
        </p:txBody>
      </p:sp>
      <p:pic>
        <p:nvPicPr>
          <p:cNvPr id="148" name="Google Shape;148;p21"/>
          <p:cNvPicPr preferRelativeResize="0"/>
          <p:nvPr/>
        </p:nvPicPr>
        <p:blipFill rotWithShape="1">
          <a:blip r:embed="rId3">
            <a:alphaModFix/>
          </a:blip>
          <a:srcRect b="0" l="0" r="0" t="12823"/>
          <a:stretch/>
        </p:blipFill>
        <p:spPr>
          <a:xfrm>
            <a:off x="311700" y="2051423"/>
            <a:ext cx="6200775" cy="14697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49" name="Google Shape;149;p21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477950" y="3407975"/>
            <a:ext cx="5543550" cy="16764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Geometric">
  <a:themeElements>
    <a:clrScheme name="Geometric">
      <a:dk1>
        <a:srgbClr val="2A3990"/>
      </a:dk1>
      <a:lt1>
        <a:srgbClr val="FFFFFF"/>
      </a:lt1>
      <a:dk2>
        <a:srgbClr val="434343"/>
      </a:dk2>
      <a:lt2>
        <a:srgbClr val="999999"/>
      </a:lt2>
      <a:accent1>
        <a:srgbClr val="212D74"/>
      </a:accent1>
      <a:accent2>
        <a:srgbClr val="3949AB"/>
      </a:accent2>
      <a:accent3>
        <a:srgbClr val="9C254D"/>
      </a:accent3>
      <a:accent4>
        <a:srgbClr val="D23369"/>
      </a:accent4>
      <a:accent5>
        <a:srgbClr val="F06292"/>
      </a:accent5>
      <a:accent6>
        <a:srgbClr val="7890CD"/>
      </a:accent6>
      <a:hlink>
        <a:srgbClr val="F06292"/>
      </a:hlink>
      <a:folHlink>
        <a:srgbClr val="F0629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